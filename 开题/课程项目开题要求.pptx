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8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AF076-418B-4542-9B11-3C44F88CA4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AEF2-D817-4367-8FB6-25CD8B579A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AF076-418B-4542-9B11-3C44F88CA4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AEF2-D817-4367-8FB6-25CD8B579A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AF076-418B-4542-9B11-3C44F88CA4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AEF2-D817-4367-8FB6-25CD8B579A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AF076-418B-4542-9B11-3C44F88CA4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AEF2-D817-4367-8FB6-25CD8B579A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AF076-418B-4542-9B11-3C44F88CA4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AEF2-D817-4367-8FB6-25CD8B579A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AF076-418B-4542-9B11-3C44F88CA4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AEF2-D817-4367-8FB6-25CD8B579A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AF076-418B-4542-9B11-3C44F88CA4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AEF2-D817-4367-8FB6-25CD8B579A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AF076-418B-4542-9B11-3C44F88CA4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AEF2-D817-4367-8FB6-25CD8B579A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AF076-418B-4542-9B11-3C44F88CA4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AEF2-D817-4367-8FB6-25CD8B579A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AF076-418B-4542-9B11-3C44F88CA4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AEF2-D817-4367-8FB6-25CD8B579A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AF076-418B-4542-9B11-3C44F88CA4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AEF2-D817-4367-8FB6-25CD8B579A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AF076-418B-4542-9B11-3C44F88CA4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AEF2-D817-4367-8FB6-25CD8B579A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课程项目</a:t>
            </a:r>
            <a:r>
              <a:rPr lang="en-US" altLang="zh-CN" dirty="0"/>
              <a:t>(</a:t>
            </a:r>
            <a:r>
              <a:rPr lang="zh-CN" altLang="en-US" dirty="0"/>
              <a:t>大作业</a:t>
            </a:r>
            <a:r>
              <a:rPr lang="en-US" altLang="zh-CN" dirty="0"/>
              <a:t>)</a:t>
            </a:r>
            <a:r>
              <a:rPr lang="zh-CN" altLang="en-US" dirty="0"/>
              <a:t>开题要求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1850" y="1782672"/>
            <a:ext cx="10515600" cy="2852737"/>
          </a:xfrm>
        </p:spPr>
        <p:txBody>
          <a:bodyPr>
            <a:noAutofit/>
          </a:bodyPr>
          <a:lstStyle/>
          <a:p>
            <a:pPr algn="ctr"/>
            <a:r>
              <a:rPr lang="zh-CN" altLang="en-US" sz="10300" dirty="0"/>
              <a:t>选题</a:t>
            </a:r>
            <a:r>
              <a:rPr lang="en-US" altLang="zh-CN" sz="10300" dirty="0"/>
              <a:t>x</a:t>
            </a:r>
            <a:r>
              <a:rPr lang="zh-CN" altLang="en-US" sz="10300" dirty="0"/>
              <a:t>：</a:t>
            </a:r>
            <a:r>
              <a:rPr lang="en-US" altLang="zh-CN" sz="10300" dirty="0"/>
              <a:t>xxx</a:t>
            </a:r>
            <a:r>
              <a:rPr lang="zh-CN" altLang="en-US" sz="10300" dirty="0"/>
              <a:t>智能体</a:t>
            </a:r>
            <a:endParaRPr lang="zh-CN" altLang="en-US" sz="10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汇报内容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项目名称</a:t>
            </a:r>
            <a:endParaRPr lang="en-US" altLang="zh-CN" dirty="0"/>
          </a:p>
          <a:p>
            <a:r>
              <a:rPr lang="zh-CN" altLang="en-US" dirty="0"/>
              <a:t>项目意义</a:t>
            </a:r>
            <a:endParaRPr lang="en-US" altLang="zh-CN" dirty="0"/>
          </a:p>
          <a:p>
            <a:r>
              <a:rPr lang="zh-CN" altLang="en-US" dirty="0"/>
              <a:t>项目内容</a:t>
            </a:r>
            <a:endParaRPr lang="en-US" altLang="zh-CN" dirty="0"/>
          </a:p>
          <a:p>
            <a:pPr lvl="1"/>
            <a:r>
              <a:rPr lang="zh-CN" altLang="en-US" dirty="0"/>
              <a:t>需求建模（业务、</a:t>
            </a:r>
            <a:r>
              <a:rPr lang="zh-CN" altLang="en-US" dirty="0"/>
              <a:t>用户、功能、</a:t>
            </a:r>
            <a:r>
              <a:rPr lang="zh-CN" altLang="en-US" dirty="0"/>
              <a:t>非功能）</a:t>
            </a:r>
            <a:endParaRPr lang="en-US" altLang="zh-CN" dirty="0"/>
          </a:p>
          <a:p>
            <a:pPr lvl="1"/>
            <a:r>
              <a:rPr lang="zh-CN" altLang="en-US" dirty="0"/>
              <a:t>系统架构初步考虑</a:t>
            </a:r>
            <a:endParaRPr lang="en-US" altLang="zh-CN" dirty="0"/>
          </a:p>
          <a:p>
            <a:pPr lvl="1"/>
            <a:r>
              <a:rPr lang="zh-CN" altLang="en-US" dirty="0"/>
              <a:t>开发技术</a:t>
            </a:r>
            <a:r>
              <a:rPr lang="zh-CN" altLang="en-US" dirty="0"/>
              <a:t>栈 </a:t>
            </a:r>
            <a:endParaRPr lang="en-US" altLang="zh-CN" dirty="0"/>
          </a:p>
          <a:p>
            <a:pPr lvl="2"/>
            <a:r>
              <a:rPr lang="zh-CN" altLang="en-US" dirty="0"/>
              <a:t>开发工具、平台</a:t>
            </a:r>
            <a:r>
              <a:rPr lang="zh-CN" altLang="en-US" dirty="0"/>
              <a:t>等等；</a:t>
            </a:r>
            <a:endParaRPr lang="en-US" altLang="zh-CN" dirty="0"/>
          </a:p>
          <a:p>
            <a:pPr lvl="2"/>
            <a:r>
              <a:rPr lang="zh-CN" altLang="en-US" dirty="0"/>
              <a:t>依托</a:t>
            </a:r>
            <a:r>
              <a:rPr lang="en-US" altLang="zh-CN" dirty="0"/>
              <a:t>Git</a:t>
            </a:r>
            <a:r>
              <a:rPr lang="zh-CN" altLang="en-US" dirty="0"/>
              <a:t>系统</a:t>
            </a:r>
            <a:r>
              <a:rPr lang="en-US" altLang="zh-CN" dirty="0"/>
              <a:t>(GitHub</a:t>
            </a:r>
            <a:r>
              <a:rPr lang="zh-CN" altLang="en-US" dirty="0"/>
              <a:t>，</a:t>
            </a:r>
            <a:r>
              <a:rPr lang="en-US" altLang="zh-CN" dirty="0"/>
              <a:t>GitLab</a:t>
            </a:r>
            <a:r>
              <a:rPr lang="zh-CN" altLang="en-US" dirty="0"/>
              <a:t>，</a:t>
            </a:r>
            <a:r>
              <a:rPr lang="en-US" altLang="zh-CN" dirty="0" err="1"/>
              <a:t>Gitee</a:t>
            </a:r>
            <a:r>
              <a:rPr lang="zh-CN" altLang="en-US" dirty="0"/>
              <a:t>等</a:t>
            </a:r>
            <a:r>
              <a:rPr lang="en-US" altLang="zh-CN" dirty="0"/>
              <a:t>)</a:t>
            </a:r>
            <a:r>
              <a:rPr lang="zh-CN" altLang="en-US" dirty="0"/>
              <a:t>进行协作开发，开发</a:t>
            </a:r>
            <a:r>
              <a:rPr lang="zh-CN" altLang="en-US" dirty="0"/>
              <a:t>过程数据可查</a:t>
            </a:r>
            <a:endParaRPr lang="en-US" altLang="zh-CN" dirty="0"/>
          </a:p>
          <a:p>
            <a:r>
              <a:rPr lang="zh-CN" altLang="en-US" dirty="0"/>
              <a:t>项目开发的计划与进度安排</a:t>
            </a:r>
            <a:endParaRPr lang="en-US" altLang="zh-CN" dirty="0"/>
          </a:p>
          <a:p>
            <a:r>
              <a:rPr lang="zh-CN" altLang="en-US" dirty="0"/>
              <a:t>项目团队组成及工作</a:t>
            </a:r>
            <a:r>
              <a:rPr lang="zh-CN" altLang="en-US" dirty="0"/>
              <a:t>安排 （每个团队不超过</a:t>
            </a:r>
            <a:r>
              <a:rPr lang="en-US" altLang="zh-CN" dirty="0"/>
              <a:t>5</a:t>
            </a:r>
            <a:r>
              <a:rPr lang="zh-CN" altLang="en-US" dirty="0"/>
              <a:t>人）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开题需考虑的方面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57993"/>
            <a:ext cx="10515600" cy="4351338"/>
          </a:xfrm>
        </p:spPr>
        <p:txBody>
          <a:bodyPr/>
          <a:lstStyle/>
          <a:p>
            <a:r>
              <a:rPr lang="zh-CN" altLang="en-US" dirty="0"/>
              <a:t>选题</a:t>
            </a:r>
            <a:r>
              <a:rPr lang="zh-CN" altLang="en-US" dirty="0"/>
              <a:t>的创新性</a:t>
            </a:r>
            <a:endParaRPr lang="zh-CN" altLang="en-US" dirty="0"/>
          </a:p>
          <a:p>
            <a:r>
              <a:rPr lang="zh-CN" altLang="en-US" dirty="0"/>
              <a:t>选题的实用性</a:t>
            </a:r>
            <a:endParaRPr lang="en-US" altLang="zh-CN" dirty="0"/>
          </a:p>
          <a:p>
            <a:r>
              <a:rPr lang="zh-CN" altLang="en-US" dirty="0"/>
              <a:t>开发方法</a:t>
            </a:r>
            <a:r>
              <a:rPr lang="en-US" altLang="zh-CN" dirty="0"/>
              <a:t>(</a:t>
            </a:r>
            <a:r>
              <a:rPr lang="zh-CN" altLang="en-US" dirty="0"/>
              <a:t>技术选型</a:t>
            </a:r>
            <a:r>
              <a:rPr lang="en-US" altLang="zh-CN" dirty="0"/>
              <a:t>)</a:t>
            </a:r>
            <a:r>
              <a:rPr lang="zh-CN" altLang="en-US" dirty="0"/>
              <a:t>的合理性</a:t>
            </a:r>
            <a:endParaRPr lang="en-US" altLang="zh-CN" dirty="0"/>
          </a:p>
          <a:p>
            <a:r>
              <a:rPr lang="zh-CN" altLang="en-US" dirty="0"/>
              <a:t>开发进度计划</a:t>
            </a:r>
            <a:endParaRPr lang="en-US" altLang="zh-CN" dirty="0"/>
          </a:p>
          <a:p>
            <a:r>
              <a:rPr lang="zh-CN" altLang="en-US" dirty="0"/>
              <a:t>团队人员的工作计划</a:t>
            </a:r>
            <a:endParaRPr lang="en-US" altLang="zh-CN" dirty="0"/>
          </a:p>
          <a:p>
            <a:r>
              <a:rPr lang="zh-CN" altLang="en-US" dirty="0"/>
              <a:t>汇报时的陈述情况</a:t>
            </a:r>
            <a:endParaRPr lang="en-US" altLang="zh-CN" dirty="0"/>
          </a:p>
          <a:p>
            <a:r>
              <a:rPr lang="zh-CN" altLang="en-US" dirty="0"/>
              <a:t>回答提问的情况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IxNTkxYTc0ZjllODU0Y2Q0Y2JkNTY0YTZjMDg3Mj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WPS 演示</Application>
  <PresentationFormat>宽屏</PresentationFormat>
  <Paragraphs>29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主题</vt:lpstr>
      <vt:lpstr>课程项目(大作业)开题要求</vt:lpstr>
      <vt:lpstr>智能化SaaS应用</vt:lpstr>
      <vt:lpstr>汇报内容</vt:lpstr>
      <vt:lpstr>开题需考虑的方面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课程实践项目开题要求</dc:title>
  <dc:creator>weijun</dc:creator>
  <cp:lastModifiedBy>魏峻</cp:lastModifiedBy>
  <cp:revision>15</cp:revision>
  <dcterms:created xsi:type="dcterms:W3CDTF">2015-11-12T10:27:00Z</dcterms:created>
  <dcterms:modified xsi:type="dcterms:W3CDTF">2026-10-12T17:44:08Z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D557171811E94D37B5C36ADE47F1F473_12</vt:lpwstr>
  </property>
  <property fmtid="{D5CDD505-2E9C-101B-9397-08002B2CF9AE}" pid="3" name="KSOProductBuildVer">
    <vt:lpwstr>2052-12.1.0.28802</vt:lpwstr>
  </property>
</Properties>
</file>